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8" r:id="rId3"/>
    <p:sldId id="257" r:id="rId4"/>
    <p:sldId id="259" r:id="rId5"/>
    <p:sldId id="260" r:id="rId6"/>
    <p:sldId id="261" r:id="rId7"/>
  </p:sldIdLst>
  <p:sldSz cx="12192000" cy="6858000"/>
  <p:notesSz cx="6858000" cy="9144000"/>
  <p:embeddedFontLst>
    <p:embeddedFont>
      <p:font typeface="Algerian" panose="04020705040A02060702" pitchFamily="82" charset="0"/>
      <p:regular r:id="rId8"/>
    </p:embeddedFont>
    <p:embeddedFont>
      <p:font typeface="Baskerville Old Face" panose="02020602080505020303" pitchFamily="18" charset="0"/>
      <p:regular r:id="rId9"/>
    </p:embeddedFont>
    <p:embeddedFont>
      <p:font typeface="Bell MT" panose="02020503060305020303" pitchFamily="18" charset="0"/>
      <p:regular r:id="rId10"/>
      <p:bold r:id="rId11"/>
      <p:italic r:id="rId12"/>
    </p:embeddedFont>
    <p:embeddedFont>
      <p:font typeface="Bookman Old Style" panose="02050604050505020204" pitchFamily="18"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MV Boli" panose="02000500030200090000" pitchFamily="2" charset="0"/>
      <p:regular r:id="rId21"/>
    </p:embeddedFont>
    <p:embeddedFont>
      <p:font typeface="Trebuchet MS" panose="020B0603020202020204" pitchFamily="34" charset="0"/>
      <p:regular r:id="rId22"/>
      <p:bold r:id="rId23"/>
      <p:italic r:id="rId24"/>
      <p:boldItalic r:id="rId25"/>
    </p:embeddedFont>
    <p:embeddedFont>
      <p:font typeface="Wingdings 3" panose="05040102010807070707" pitchFamily="18" charset="2"/>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EFFA1B-F82E-4900-B354-08860F6BE144}">
          <p14:sldIdLst>
            <p14:sldId id="256"/>
            <p14:sldId id="258"/>
            <p14:sldId id="257"/>
            <p14:sldId id="259"/>
            <p14:sldId id="260"/>
          </p14:sldIdLst>
        </p14:section>
        <p14:section name="Untitled Section" id="{7B216EC0-3AB9-4523-8E4C-845697FB7471}">
          <p14:sldIdLst>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40" d="100"/>
          <a:sy n="40" d="100"/>
        </p:scale>
        <p:origin x="48" y="6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font" Target="fonts/font19.fntdata"/><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font" Target="fonts/font16.fntdata"/><Relationship Id="rId28" Type="http://schemas.openxmlformats.org/officeDocument/2006/relationships/viewProps" Target="viewProp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6/20/2026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6/20/2026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6/20/2026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4F42-47D4-47E5-A485-1D368465C3C8}"/>
              </a:ext>
            </a:extLst>
          </p:cNvPr>
          <p:cNvSpPr>
            <a:spLocks noGrp="1"/>
          </p:cNvSpPr>
          <p:nvPr>
            <p:ph type="ctrTitle"/>
          </p:nvPr>
        </p:nvSpPr>
        <p:spPr>
          <a:xfrm>
            <a:off x="1089972" y="206765"/>
            <a:ext cx="7766936" cy="1646302"/>
          </a:xfrm>
        </p:spPr>
        <p:txBody>
          <a:bodyPr/>
          <a:lstStyle/>
          <a:p>
            <a:pPr algn="l"/>
            <a:r>
              <a:rPr lang="en-GB" dirty="0">
                <a:latin typeface="Algerian" panose="04020705040A02060702" pitchFamily="82" charset="0"/>
              </a:rPr>
              <a:t>MINI PROJECT</a:t>
            </a:r>
            <a:br>
              <a:rPr lang="en-GB" dirty="0">
                <a:latin typeface="Algerian" panose="04020705040A02060702" pitchFamily="82" charset="0"/>
              </a:rPr>
            </a:br>
            <a:r>
              <a:rPr lang="en-GB" dirty="0">
                <a:solidFill>
                  <a:schemeClr val="tx1">
                    <a:lumMod val="85000"/>
                    <a:lumOff val="15000"/>
                  </a:schemeClr>
                </a:solidFill>
                <a:latin typeface="Times New Roman" panose="02020603050405020304" pitchFamily="18" charset="0"/>
                <a:cs typeface="Times New Roman" panose="02020603050405020304" pitchFamily="18" charset="0"/>
              </a:rPr>
              <a:t>MELORHYTHM</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383A696-6099-4BE6-8676-A4A911B08C7A}"/>
              </a:ext>
            </a:extLst>
          </p:cNvPr>
          <p:cNvSpPr>
            <a:spLocks noGrp="1"/>
          </p:cNvSpPr>
          <p:nvPr>
            <p:ph type="subTitle" idx="1"/>
          </p:nvPr>
        </p:nvSpPr>
        <p:spPr>
          <a:xfrm>
            <a:off x="1089972" y="2320960"/>
            <a:ext cx="7766936" cy="2949965"/>
          </a:xfrm>
        </p:spPr>
        <p:txBody>
          <a:bodyPr>
            <a:normAutofit lnSpcReduction="10000"/>
          </a:bodyPr>
          <a:lstStyle/>
          <a:p>
            <a:r>
              <a:rPr lang="en-GB" dirty="0"/>
              <a:t>~ </a:t>
            </a:r>
            <a:r>
              <a:rPr lang="en-GB" sz="2400" dirty="0">
                <a:solidFill>
                  <a:schemeClr val="tx1">
                    <a:lumMod val="65000"/>
                    <a:lumOff val="35000"/>
                  </a:schemeClr>
                </a:solidFill>
                <a:latin typeface="Bell MT" panose="02020503060305020303" pitchFamily="18" charset="0"/>
              </a:rPr>
              <a:t>WEB – BASED MUSIC PLAYER APPLICATION</a:t>
            </a:r>
          </a:p>
          <a:p>
            <a:endParaRPr lang="en-GB" dirty="0">
              <a:solidFill>
                <a:schemeClr val="tx1"/>
              </a:solidFill>
              <a:latin typeface="MV Boli" panose="02000500030200090000" pitchFamily="2" charset="0"/>
              <a:cs typeface="MV Boli" panose="02000500030200090000" pitchFamily="2" charset="0"/>
            </a:endParaRPr>
          </a:p>
          <a:p>
            <a:pPr algn="l"/>
            <a:r>
              <a:rPr lang="en-GB" sz="2800" b="1" dirty="0">
                <a:solidFill>
                  <a:schemeClr val="tx1"/>
                </a:solidFill>
                <a:latin typeface="MV Boli" panose="02000500030200090000" pitchFamily="2" charset="0"/>
                <a:cs typeface="MV Boli" panose="02000500030200090000" pitchFamily="2" charset="0"/>
              </a:rPr>
              <a:t>Name : G . Mohana </a:t>
            </a:r>
            <a:r>
              <a:rPr lang="en-GB" sz="2800" b="1" dirty="0" err="1">
                <a:solidFill>
                  <a:schemeClr val="tx1"/>
                </a:solidFill>
                <a:latin typeface="MV Boli" panose="02000500030200090000" pitchFamily="2" charset="0"/>
                <a:cs typeface="MV Boli" panose="02000500030200090000" pitchFamily="2" charset="0"/>
              </a:rPr>
              <a:t>harshitha</a:t>
            </a:r>
            <a:r>
              <a:rPr lang="en-GB" sz="2800" b="1" dirty="0">
                <a:solidFill>
                  <a:schemeClr val="tx1"/>
                </a:solidFill>
                <a:latin typeface="MV Boli" panose="02000500030200090000" pitchFamily="2" charset="0"/>
                <a:cs typeface="MV Boli" panose="02000500030200090000" pitchFamily="2" charset="0"/>
              </a:rPr>
              <a:t> </a:t>
            </a:r>
          </a:p>
          <a:p>
            <a:pPr algn="l"/>
            <a:r>
              <a:rPr lang="en-GB" sz="2800" b="1" dirty="0">
                <a:solidFill>
                  <a:schemeClr val="tx1"/>
                </a:solidFill>
                <a:latin typeface="MV Boli" panose="02000500030200090000" pitchFamily="2" charset="0"/>
                <a:cs typeface="MV Boli" panose="02000500030200090000" pitchFamily="2" charset="0"/>
              </a:rPr>
              <a:t>Roll no : 23</a:t>
            </a:r>
          </a:p>
          <a:p>
            <a:pPr algn="l"/>
            <a:r>
              <a:rPr lang="en-GB" sz="2800" b="1" dirty="0">
                <a:solidFill>
                  <a:schemeClr val="tx1"/>
                </a:solidFill>
                <a:latin typeface="MV Boli" panose="02000500030200090000" pitchFamily="2" charset="0"/>
                <a:cs typeface="MV Boli" panose="02000500030200090000" pitchFamily="2" charset="0"/>
              </a:rPr>
              <a:t>Department : ECE</a:t>
            </a:r>
          </a:p>
          <a:p>
            <a:pPr algn="l"/>
            <a:r>
              <a:rPr lang="en-GB" sz="2800" b="1" dirty="0">
                <a:solidFill>
                  <a:schemeClr val="tx1"/>
                </a:solidFill>
                <a:latin typeface="MV Boli" panose="02000500030200090000" pitchFamily="2" charset="0"/>
                <a:cs typeface="MV Boli" panose="02000500030200090000" pitchFamily="2" charset="0"/>
              </a:rPr>
              <a:t>Application Name : </a:t>
            </a:r>
            <a:r>
              <a:rPr lang="en-GB" sz="2800" b="1" dirty="0" err="1">
                <a:solidFill>
                  <a:schemeClr val="tx1"/>
                </a:solidFill>
                <a:latin typeface="MV Boli" panose="02000500030200090000" pitchFamily="2" charset="0"/>
                <a:cs typeface="MV Boli" panose="02000500030200090000" pitchFamily="2" charset="0"/>
              </a:rPr>
              <a:t>MeloRhythum</a:t>
            </a:r>
            <a:endParaRPr lang="en-IN" sz="2800" b="1" dirty="0">
              <a:solidFill>
                <a:schemeClr val="tx1"/>
              </a:solidFill>
              <a:latin typeface="MV Boli" panose="02000500030200090000" pitchFamily="2" charset="0"/>
              <a:cs typeface="MV Boli" panose="02000500030200090000" pitchFamily="2" charset="0"/>
            </a:endParaRPr>
          </a:p>
          <a:p>
            <a:endParaRPr lang="en-GB" dirty="0"/>
          </a:p>
        </p:txBody>
      </p:sp>
    </p:spTree>
    <p:extLst>
      <p:ext uri="{BB962C8B-B14F-4D97-AF65-F5344CB8AC3E}">
        <p14:creationId xmlns:p14="http://schemas.microsoft.com/office/powerpoint/2010/main" val="848403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570ED-EBB6-44FA-B096-8B733337CED8}"/>
              </a:ext>
            </a:extLst>
          </p:cNvPr>
          <p:cNvSpPr>
            <a:spLocks noGrp="1"/>
          </p:cNvSpPr>
          <p:nvPr>
            <p:ph type="title"/>
          </p:nvPr>
        </p:nvSpPr>
        <p:spPr/>
        <p:txBody>
          <a:bodyPr/>
          <a:lstStyle/>
          <a:p>
            <a:r>
              <a:rPr lang="en-GB" dirty="0">
                <a:solidFill>
                  <a:schemeClr val="tx1"/>
                </a:solidFill>
                <a:latin typeface="Times New Roman" panose="02020603050405020304" pitchFamily="18" charset="0"/>
                <a:cs typeface="Times New Roman" panose="02020603050405020304" pitchFamily="18" charset="0"/>
              </a:rPr>
              <a:t>PROBLEM STATEMENT</a:t>
            </a: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053FA8A9-53AC-4D35-BE4B-8F7D8D70FA7D}"/>
              </a:ext>
            </a:extLst>
          </p:cNvPr>
          <p:cNvSpPr>
            <a:spLocks noGrp="1"/>
          </p:cNvSpPr>
          <p:nvPr>
            <p:ph idx="1"/>
          </p:nvPr>
        </p:nvSpPr>
        <p:spPr/>
        <p:txBody>
          <a:bodyPr>
            <a:normAutofit fontScale="85000" lnSpcReduction="20000"/>
          </a:bodyPr>
          <a:lstStyle/>
          <a:p>
            <a:r>
              <a:rPr lang="en-GB" sz="2400" dirty="0">
                <a:latin typeface="MV Boli" panose="02000500030200090000" pitchFamily="2" charset="0"/>
                <a:cs typeface="MV Boli" panose="02000500030200090000" pitchFamily="2" charset="0"/>
              </a:rPr>
              <a:t>Many traditional music players are restricted to specific operating systems and require installation, updates, and local storage. These limitations create challenges for users who switch between devices or need access to their music libraries from different locations.</a:t>
            </a:r>
          </a:p>
          <a:p>
            <a:r>
              <a:rPr lang="en-GB" sz="2200" dirty="0">
                <a:latin typeface="MV Boli" panose="02000500030200090000" pitchFamily="2" charset="0"/>
                <a:cs typeface="MV Boli" panose="02000500030200090000" pitchFamily="2" charset="0"/>
              </a:rPr>
              <a:t>The major problems include:</a:t>
            </a:r>
          </a:p>
          <a:p>
            <a:pPr>
              <a:buFont typeface="Arial" panose="020B0604020202020204" pitchFamily="34" charset="0"/>
              <a:buChar char="•"/>
            </a:pPr>
            <a:r>
              <a:rPr lang="en-GB" sz="2200" dirty="0">
                <a:latin typeface="MV Boli" panose="02000500030200090000" pitchFamily="2" charset="0"/>
                <a:cs typeface="MV Boli" panose="02000500030200090000" pitchFamily="2" charset="0"/>
              </a:rPr>
              <a:t>Dependency on software installation. </a:t>
            </a:r>
          </a:p>
          <a:p>
            <a:pPr>
              <a:buFont typeface="Arial" panose="020B0604020202020204" pitchFamily="34" charset="0"/>
              <a:buChar char="•"/>
            </a:pPr>
            <a:r>
              <a:rPr lang="en-GB" sz="2200" dirty="0">
                <a:latin typeface="MV Boli" panose="02000500030200090000" pitchFamily="2" charset="0"/>
                <a:cs typeface="MV Boli" panose="02000500030200090000" pitchFamily="2" charset="0"/>
              </a:rPr>
              <a:t>Limited cross-device accessibility. </a:t>
            </a:r>
          </a:p>
          <a:p>
            <a:pPr>
              <a:buFont typeface="Arial" panose="020B0604020202020204" pitchFamily="34" charset="0"/>
              <a:buChar char="•"/>
            </a:pPr>
            <a:r>
              <a:rPr lang="en-GB" sz="2200" dirty="0">
                <a:latin typeface="MV Boli" panose="02000500030200090000" pitchFamily="2" charset="0"/>
                <a:cs typeface="MV Boli" panose="02000500030200090000" pitchFamily="2" charset="0"/>
              </a:rPr>
              <a:t>Storage consumption due to downloaded music files. </a:t>
            </a:r>
          </a:p>
          <a:p>
            <a:pPr>
              <a:buFont typeface="Arial" panose="020B0604020202020204" pitchFamily="34" charset="0"/>
              <a:buChar char="•"/>
            </a:pPr>
            <a:r>
              <a:rPr lang="en-GB" sz="2200" dirty="0">
                <a:latin typeface="MV Boli" panose="02000500030200090000" pitchFamily="2" charset="0"/>
                <a:cs typeface="MV Boli" panose="02000500030200090000" pitchFamily="2" charset="0"/>
              </a:rPr>
              <a:t>Difficulty in synchronizing playlists across devices. </a:t>
            </a:r>
          </a:p>
          <a:p>
            <a:pPr>
              <a:buFont typeface="Arial" panose="020B0604020202020204" pitchFamily="34" charset="0"/>
              <a:buChar char="•"/>
            </a:pPr>
            <a:r>
              <a:rPr lang="en-GB" sz="2200" dirty="0">
                <a:latin typeface="MV Boli" panose="02000500030200090000" pitchFamily="2" charset="0"/>
                <a:cs typeface="MV Boli" panose="02000500030200090000" pitchFamily="2" charset="0"/>
              </a:rPr>
              <a:t>Lack of centralized music management. </a:t>
            </a:r>
          </a:p>
          <a:p>
            <a:r>
              <a:rPr lang="en-GB" sz="2200" dirty="0" err="1">
                <a:latin typeface="MV Boli" panose="02000500030200090000" pitchFamily="2" charset="0"/>
                <a:cs typeface="MV Boli" panose="02000500030200090000" pitchFamily="2" charset="0"/>
              </a:rPr>
              <a:t>Melorythm</a:t>
            </a:r>
            <a:r>
              <a:rPr lang="en-GB" sz="2200" dirty="0">
                <a:latin typeface="MV Boli" panose="02000500030200090000" pitchFamily="2" charset="0"/>
                <a:cs typeface="MV Boli" panose="02000500030200090000" pitchFamily="2" charset="0"/>
              </a:rPr>
              <a:t> aims to overcome these challenges through a web-based architecture.</a:t>
            </a:r>
          </a:p>
          <a:p>
            <a:endParaRPr lang="en-IN" dirty="0"/>
          </a:p>
        </p:txBody>
      </p:sp>
    </p:spTree>
    <p:extLst>
      <p:ext uri="{BB962C8B-B14F-4D97-AF65-F5344CB8AC3E}">
        <p14:creationId xmlns:p14="http://schemas.microsoft.com/office/powerpoint/2010/main" val="67042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60A9-ED05-483B-88E0-C17D9D0E6786}"/>
              </a:ext>
            </a:extLst>
          </p:cNvPr>
          <p:cNvSpPr>
            <a:spLocks noGrp="1"/>
          </p:cNvSpPr>
          <p:nvPr>
            <p:ph type="title"/>
          </p:nvPr>
        </p:nvSpPr>
        <p:spPr/>
        <p:txBody>
          <a:bodyPr>
            <a:normAutofit fontScale="90000"/>
          </a:bodyPr>
          <a:lstStyle/>
          <a:p>
            <a:r>
              <a:rPr lang="en-GB" b="1" dirty="0">
                <a:solidFill>
                  <a:schemeClr val="tx1"/>
                </a:solidFill>
                <a:latin typeface="Times New Roman" panose="02020603050405020304" pitchFamily="18" charset="0"/>
                <a:cs typeface="Times New Roman" panose="02020603050405020304" pitchFamily="18" charset="0"/>
              </a:rPr>
              <a:t>INTRODUCTION</a:t>
            </a:r>
            <a:br>
              <a:rPr lang="en-IN" b="1" dirty="0">
                <a:solidFill>
                  <a:schemeClr val="tx1"/>
                </a:solidFill>
              </a:rPr>
            </a:b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DE9E16AD-EF92-4C0B-96C6-3C36E5C45795}"/>
              </a:ext>
            </a:extLst>
          </p:cNvPr>
          <p:cNvSpPr>
            <a:spLocks noGrp="1"/>
          </p:cNvSpPr>
          <p:nvPr>
            <p:ph idx="1"/>
          </p:nvPr>
        </p:nvSpPr>
        <p:spPr>
          <a:xfrm>
            <a:off x="677334" y="1780675"/>
            <a:ext cx="8596668" cy="4260688"/>
          </a:xfrm>
        </p:spPr>
        <p:txBody>
          <a:bodyPr>
            <a:normAutofit/>
          </a:bodyPr>
          <a:lstStyle/>
          <a:p>
            <a:pPr>
              <a:buFont typeface="Wingdings" panose="05000000000000000000" pitchFamily="2" charset="2"/>
              <a:buChar char="Ø"/>
            </a:pPr>
            <a:r>
              <a:rPr lang="en-GB" sz="2000" dirty="0">
                <a:solidFill>
                  <a:schemeClr val="tx1">
                    <a:lumMod val="85000"/>
                    <a:lumOff val="15000"/>
                  </a:schemeClr>
                </a:solidFill>
                <a:latin typeface="MV Boli" panose="02000500030200090000" pitchFamily="2" charset="0"/>
                <a:cs typeface="MV Boli" panose="02000500030200090000" pitchFamily="2" charset="0"/>
              </a:rPr>
              <a:t>The rapid growth of internet technologies has transformed the way people consume music. Users increasingly prefer streaming services that provide instant access to songs without downloading large files. </a:t>
            </a:r>
            <a:r>
              <a:rPr lang="en-GB" sz="2000" dirty="0" err="1">
                <a:solidFill>
                  <a:schemeClr val="tx1">
                    <a:lumMod val="85000"/>
                    <a:lumOff val="15000"/>
                  </a:schemeClr>
                </a:solidFill>
                <a:latin typeface="MV Boli" panose="02000500030200090000" pitchFamily="2" charset="0"/>
                <a:cs typeface="MV Boli" panose="02000500030200090000" pitchFamily="2" charset="0"/>
              </a:rPr>
              <a:t>Melorythm</a:t>
            </a:r>
            <a:r>
              <a:rPr lang="en-GB" sz="2000" dirty="0">
                <a:solidFill>
                  <a:schemeClr val="tx1">
                    <a:lumMod val="85000"/>
                    <a:lumOff val="15000"/>
                  </a:schemeClr>
                </a:solidFill>
                <a:latin typeface="MV Boli" panose="02000500030200090000" pitchFamily="2" charset="0"/>
                <a:cs typeface="MV Boli" panose="02000500030200090000" pitchFamily="2" charset="0"/>
              </a:rPr>
              <a:t> addresses this need by offering a browser-based solution that allows users to stream music, organize playlists, and discover content with minimal effort.</a:t>
            </a:r>
          </a:p>
          <a:p>
            <a:pPr>
              <a:buFont typeface="Wingdings" panose="05000000000000000000" pitchFamily="2" charset="2"/>
              <a:buChar char="Ø"/>
            </a:pPr>
            <a:r>
              <a:rPr lang="en-GB" sz="2000" dirty="0">
                <a:solidFill>
                  <a:schemeClr val="tx1">
                    <a:lumMod val="85000"/>
                    <a:lumOff val="15000"/>
                  </a:schemeClr>
                </a:solidFill>
                <a:latin typeface="MV Boli" panose="02000500030200090000" pitchFamily="2" charset="0"/>
                <a:cs typeface="MV Boli" panose="02000500030200090000" pitchFamily="2" charset="0"/>
              </a:rPr>
              <a:t>The application is designed to be lightweight, responsive, and accessible from desktops, laptops, tablets, and smartphones. By leveraging web technologies, </a:t>
            </a:r>
            <a:r>
              <a:rPr lang="en-GB" sz="2000" dirty="0" err="1">
                <a:solidFill>
                  <a:schemeClr val="tx1">
                    <a:lumMod val="85000"/>
                    <a:lumOff val="15000"/>
                  </a:schemeClr>
                </a:solidFill>
                <a:latin typeface="MV Boli" panose="02000500030200090000" pitchFamily="2" charset="0"/>
                <a:cs typeface="MV Boli" panose="02000500030200090000" pitchFamily="2" charset="0"/>
              </a:rPr>
              <a:t>Melorythm</a:t>
            </a:r>
            <a:r>
              <a:rPr lang="en-GB" sz="2000" dirty="0">
                <a:solidFill>
                  <a:schemeClr val="tx1">
                    <a:lumMod val="85000"/>
                    <a:lumOff val="15000"/>
                  </a:schemeClr>
                </a:solidFill>
                <a:latin typeface="MV Boli" panose="02000500030200090000" pitchFamily="2" charset="0"/>
                <a:cs typeface="MV Boli" panose="02000500030200090000" pitchFamily="2" charset="0"/>
              </a:rPr>
              <a:t> ensures a consistent user experience across different platforms and operating systems.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983935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B100-066B-4E4E-B81D-1ABBA0993EC8}"/>
              </a:ext>
            </a:extLst>
          </p:cNvPr>
          <p:cNvSpPr>
            <a:spLocks noGrp="1"/>
          </p:cNvSpPr>
          <p:nvPr>
            <p:ph type="title"/>
          </p:nvPr>
        </p:nvSpPr>
        <p:spPr/>
        <p:txBody>
          <a:bodyPr/>
          <a:lstStyle/>
          <a:p>
            <a:r>
              <a:rPr lang="en-GB" dirty="0">
                <a:solidFill>
                  <a:schemeClr val="tx1"/>
                </a:solidFill>
                <a:latin typeface="Times New Roman" panose="02020603050405020304" pitchFamily="18" charset="0"/>
                <a:cs typeface="Times New Roman" panose="02020603050405020304" pitchFamily="18" charset="0"/>
              </a:rPr>
              <a:t>METHODOLOGY</a:t>
            </a:r>
            <a:br>
              <a:rPr lang="en-IN" b="1" dirty="0">
                <a:solidFill>
                  <a:schemeClr val="tx1"/>
                </a:solidFill>
              </a:rPr>
            </a:br>
            <a:endParaRPr lang="en-IN" dirty="0"/>
          </a:p>
        </p:txBody>
      </p:sp>
      <p:sp>
        <p:nvSpPr>
          <p:cNvPr id="3" name="Content Placeholder 2">
            <a:extLst>
              <a:ext uri="{FF2B5EF4-FFF2-40B4-BE49-F238E27FC236}">
                <a16:creationId xmlns:a16="http://schemas.microsoft.com/office/drawing/2014/main" id="{6BB61A45-A2D9-4274-AC2B-A9650393FAD7}"/>
              </a:ext>
            </a:extLst>
          </p:cNvPr>
          <p:cNvSpPr>
            <a:spLocks noGrp="1"/>
          </p:cNvSpPr>
          <p:nvPr>
            <p:ph idx="1"/>
          </p:nvPr>
        </p:nvSpPr>
        <p:spPr/>
        <p:txBody>
          <a:bodyPr>
            <a:normAutofit fontScale="47500" lnSpcReduction="20000"/>
          </a:bodyPr>
          <a:lstStyle/>
          <a:p>
            <a:pPr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Analyze user requirements such as music streaming, playlist management, search  and                            functionality, and secure login.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Design the system architecture including frontend, backend, database, and audio streaming components.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Develop the user interface using HTML, CSS, and JavaScript.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Implement backend services using Node.js and connect them with the database.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Store and manage user data, playlists, and song information in the database.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Integrate HTML5 Audio API for smooth music playback and streaming.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Test the application for functionality, performance, usability, and security. </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Deploy the application on a web server for online access</a:t>
            </a:r>
          </a:p>
          <a:p>
            <a:pPr marL="285750" lvl="0" indent="-285750" defTabSz="914400" eaLnBrk="0" fontAlgn="base" hangingPunct="0">
              <a:spcBef>
                <a:spcPct val="0"/>
              </a:spcBef>
              <a:spcAft>
                <a:spcPct val="0"/>
              </a:spcAft>
              <a:buClrTx/>
              <a:buSzTx/>
              <a:buFont typeface="Wingdings" panose="05000000000000000000" pitchFamily="2" charset="2"/>
              <a:buChar char="q"/>
            </a:pPr>
            <a:r>
              <a:rPr lang="en-US" altLang="en-US" sz="3800" dirty="0">
                <a:solidFill>
                  <a:schemeClr val="tx1"/>
                </a:solidFill>
                <a:latin typeface="MV Boli" panose="02000500030200090000" pitchFamily="2" charset="0"/>
                <a:cs typeface="MV Boli" panose="02000500030200090000" pitchFamily="2" charset="0"/>
              </a:rPr>
              <a:t>Monitor and maintain the system to ensure reliable performance and future </a:t>
            </a:r>
            <a:r>
              <a:rPr lang="en-US" altLang="en-US" sz="3800" dirty="0" err="1">
                <a:solidFill>
                  <a:schemeClr val="tx1"/>
                </a:solidFill>
                <a:latin typeface="MV Boli" panose="02000500030200090000" pitchFamily="2" charset="0"/>
                <a:cs typeface="MV Boli" panose="02000500030200090000" pitchFamily="2" charset="0"/>
              </a:rPr>
              <a:t>enhansment</a:t>
            </a:r>
            <a:r>
              <a:rPr lang="en-US" altLang="en-US" dirty="0">
                <a:solidFill>
                  <a:schemeClr val="tx1"/>
                </a:solidFill>
                <a:latin typeface="Baskerville Old Face" panose="02020602080505020303" pitchFamily="18" charset="0"/>
              </a:rPr>
              <a:t>.</a:t>
            </a:r>
          </a:p>
          <a:p>
            <a:endParaRPr lang="en-IN" dirty="0"/>
          </a:p>
        </p:txBody>
      </p:sp>
    </p:spTree>
    <p:extLst>
      <p:ext uri="{BB962C8B-B14F-4D97-AF65-F5344CB8AC3E}">
        <p14:creationId xmlns:p14="http://schemas.microsoft.com/office/powerpoint/2010/main" val="103474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A9D9-D450-451E-A63C-F5485C138D5C}"/>
              </a:ext>
            </a:extLst>
          </p:cNvPr>
          <p:cNvSpPr>
            <a:spLocks noGrp="1"/>
          </p:cNvSpPr>
          <p:nvPr>
            <p:ph type="title"/>
          </p:nvPr>
        </p:nvSpPr>
        <p:spPr/>
        <p:txBody>
          <a:bodyPr/>
          <a:lstStyle/>
          <a:p>
            <a:r>
              <a:rPr lang="en-GB" dirty="0">
                <a:solidFill>
                  <a:schemeClr val="tx1"/>
                </a:solidFill>
                <a:latin typeface="Times New Roman" panose="02020603050405020304" pitchFamily="18" charset="0"/>
                <a:cs typeface="Times New Roman" panose="02020603050405020304" pitchFamily="18" charset="0"/>
              </a:rPr>
              <a:t>OUTCOME</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4B37BD-B7A6-4AE4-ADEA-4D18184A3F01}"/>
              </a:ext>
            </a:extLst>
          </p:cNvPr>
          <p:cNvSpPr>
            <a:spLocks noGrp="1"/>
          </p:cNvSpPr>
          <p:nvPr>
            <p:ph idx="1"/>
          </p:nvPr>
        </p:nvSpPr>
        <p:spPr>
          <a:xfrm>
            <a:off x="677334" y="1930400"/>
            <a:ext cx="8596668" cy="3880773"/>
          </a:xfrm>
        </p:spPr>
        <p:txBody>
          <a:bodyPr>
            <a:normAutofit/>
          </a:bodyPr>
          <a:lstStyle/>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Developed a fully functional web-based music player accessible through any modern browser. </a:t>
            </a:r>
          </a:p>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Enabled seamless music streaming without requiring software installation. </a:t>
            </a:r>
          </a:p>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Provided user-friendly playback controls, including play, pause, next, previous, shuffle, and repeat. </a:t>
            </a:r>
          </a:p>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Implemented playlist creation and music library management features. </a:t>
            </a:r>
          </a:p>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Supported fast song search and easy navigation through music collections. </a:t>
            </a:r>
          </a:p>
          <a:p>
            <a:pPr marL="0" lvl="0" indent="0" defTabSz="914400" eaLnBrk="0" fontAlgn="base" hangingPunct="0">
              <a:spcBef>
                <a:spcPct val="0"/>
              </a:spcBef>
              <a:spcAft>
                <a:spcPct val="0"/>
              </a:spcAft>
              <a:buClrTx/>
              <a:buSzTx/>
              <a:buFontTx/>
              <a:buChar char="•"/>
            </a:pPr>
            <a:r>
              <a:rPr lang="en-US" altLang="en-US" sz="2000" dirty="0">
                <a:solidFill>
                  <a:schemeClr val="tx1"/>
                </a:solidFill>
                <a:latin typeface="MV Boli" panose="02000500030200090000" pitchFamily="2" charset="0"/>
                <a:ea typeface="Calibri" panose="020F0502020204030204" pitchFamily="34" charset="0"/>
                <a:cs typeface="MV Boli" panose="02000500030200090000" pitchFamily="2" charset="0"/>
              </a:rPr>
              <a:t>Ensured cross-platform compatibility for desktop, tablet, and mobile </a:t>
            </a:r>
            <a:r>
              <a:rPr lang="en-US" altLang="en-US" sz="2000" dirty="0">
                <a:solidFill>
                  <a:schemeClr val="tx1"/>
                </a:solidFill>
                <a:latin typeface="Bookman Old Style" panose="02050604050505020204" pitchFamily="18" charset="0"/>
                <a:ea typeface="Calibri" panose="020F0502020204030204" pitchFamily="34" charset="0"/>
                <a:cs typeface="Calibri" panose="020F0502020204030204" pitchFamily="34" charset="0"/>
              </a:rPr>
              <a:t>device</a:t>
            </a:r>
            <a:endParaRPr lang="en-IN" sz="2000" dirty="0"/>
          </a:p>
        </p:txBody>
      </p:sp>
    </p:spTree>
    <p:extLst>
      <p:ext uri="{BB962C8B-B14F-4D97-AF65-F5344CB8AC3E}">
        <p14:creationId xmlns:p14="http://schemas.microsoft.com/office/powerpoint/2010/main" val="2823597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4A5C8-F3DF-4253-AD33-DE952EFB38D3}"/>
              </a:ext>
            </a:extLst>
          </p:cNvPr>
          <p:cNvSpPr>
            <a:spLocks noGrp="1"/>
          </p:cNvSpPr>
          <p:nvPr>
            <p:ph type="title"/>
          </p:nvPr>
        </p:nvSpPr>
        <p:spPr>
          <a:xfrm>
            <a:off x="3224462" y="3192379"/>
            <a:ext cx="6049539" cy="898358"/>
          </a:xfrm>
        </p:spPr>
        <p:txBody>
          <a:bodyPr>
            <a:normAutofit fontScale="90000"/>
          </a:bodyPr>
          <a:lstStyle/>
          <a:p>
            <a:r>
              <a:rPr lang="en-IN" sz="4900" b="1" dirty="0">
                <a:solidFill>
                  <a:schemeClr val="tx1"/>
                </a:solidFill>
              </a:rPr>
              <a:t>THANK  YOU</a:t>
            </a:r>
            <a:br>
              <a:rPr lang="en-IN" b="1" dirty="0"/>
            </a:br>
            <a:endParaRPr lang="en-IN" dirty="0"/>
          </a:p>
        </p:txBody>
      </p:sp>
      <p:sp>
        <p:nvSpPr>
          <p:cNvPr id="3" name="Content Placeholder 2">
            <a:extLst>
              <a:ext uri="{FF2B5EF4-FFF2-40B4-BE49-F238E27FC236}">
                <a16:creationId xmlns:a16="http://schemas.microsoft.com/office/drawing/2014/main" id="{46799119-3E83-452D-AC99-99F7FB882E59}"/>
              </a:ext>
            </a:extLst>
          </p:cNvPr>
          <p:cNvSpPr>
            <a:spLocks noGrp="1"/>
          </p:cNvSpPr>
          <p:nvPr>
            <p:ph idx="1"/>
          </p:nvPr>
        </p:nvSpPr>
        <p:spPr>
          <a:xfrm>
            <a:off x="677333" y="2150350"/>
            <a:ext cx="8596668" cy="3880773"/>
          </a:xfrm>
        </p:spPr>
        <p:txBody>
          <a:bodyPr/>
          <a:lstStyle/>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55891456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102</TotalTime>
  <Words>418</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vt:i4>
      </vt:variant>
    </vt:vector>
  </HeadingPairs>
  <TitlesOfParts>
    <vt:vector size="18" baseType="lpstr">
      <vt:lpstr>Times New Roman</vt:lpstr>
      <vt:lpstr>Trebuchet MS</vt:lpstr>
      <vt:lpstr>Wingdings</vt:lpstr>
      <vt:lpstr>Wingdings 3</vt:lpstr>
      <vt:lpstr>Baskerville Old Face</vt:lpstr>
      <vt:lpstr>MV Boli</vt:lpstr>
      <vt:lpstr>Bell MT</vt:lpstr>
      <vt:lpstr>Bookman Old Style</vt:lpstr>
      <vt:lpstr>Calibri</vt:lpstr>
      <vt:lpstr>Arial</vt:lpstr>
      <vt:lpstr>Algerian</vt:lpstr>
      <vt:lpstr>Facet</vt:lpstr>
      <vt:lpstr>MINI PROJECT MELORHYTHM</vt:lpstr>
      <vt:lpstr>PROBLEM STATEMENT </vt:lpstr>
      <vt:lpstr>INTRODUCTION  </vt:lpstr>
      <vt:lpstr>METHODOLOGY </vt:lpstr>
      <vt:lpstr>OUTCOME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MEL0RHYTHM</dc:title>
  <dc:creator>Hp</dc:creator>
  <cp:lastModifiedBy>Hp</cp:lastModifiedBy>
  <cp:revision>7</cp:revision>
  <dcterms:created xsi:type="dcterms:W3CDTF">2026-06-20T07:05:10Z</dcterms:created>
  <dcterms:modified xsi:type="dcterms:W3CDTF">2026-06-20T08:48:06Z</dcterms:modified>
</cp:coreProperties>
</file>